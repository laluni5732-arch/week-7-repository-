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!d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1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2D02-EFB7-FC5F-832D-F6E468F31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87F6C-17A3-8D51-75AB-6CB3239E8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FE1FB-9EBB-9E03-C408-57124538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E4FDE-DD23-5272-79FF-FB244C0E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6D59-C198-C3DC-E3C1-7CDD4D61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9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1524-B6BF-6D27-7710-54C55CFC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DAD9-F7F1-62F0-D363-AAB541EE2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1B873-5414-A6B0-7BE3-6F9C3DF44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FF6D-ED21-A7A1-39CB-2B5978BA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9FEF5-B240-2ABF-3BC2-428842BB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6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AC96-FF39-C6C8-BFC9-552C7E5B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45A25-FAEC-9987-262C-3407F1B31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A6B64-51C4-A14E-2A80-A20C3DE0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E3B8-3385-E610-DE41-DA932FE1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0C082-954C-E41D-B69A-BA872569A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2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2784-73FD-0FFE-55F9-36012AC9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62D1B-EB38-87B2-EAF4-C17EA3E88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5F4B3-7E43-5401-7636-0EFD55139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1E780-9DC3-F2BB-710E-76289C89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13C9A-2797-26D6-F512-1D350B4D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5B2A0-47CE-BB33-4504-DE79149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4225-A609-3497-76C3-59C31235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34F79-B4E6-2320-DE6B-A555D832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D314E-8F3D-F346-4A27-8F3891E95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A146F-97CF-C44C-5566-21FD13A2B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A9B5A-718B-3552-516B-0BD6EB877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8AE6F3-EB0A-1E5D-A159-B5F11411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4FCD9-144C-C37E-91F8-595ABE26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1F963-CB14-B8DF-94CA-2B5DFDB8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5698-58BB-896E-45AC-9569E1E1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DE60F-C6AD-7078-2CEB-995A879E3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4C9F5-7BDF-0217-ACC8-072802D7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6A114-75D8-83D7-F64F-3BE7E478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EF527-E9B8-1A69-CCC7-4D919CE6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5E8CC-3A86-B181-4E19-A597C61E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4C7C1-87B2-7BF5-8ABF-2DB95D83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1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4AE4-D3A1-609E-7006-07311AEC8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5D5B-DB81-C3D1-5356-971339520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7DAAD-6498-2FCE-890C-0E2BB339A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38C67-E589-8F03-3804-C20B72D1A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B1909-7E2C-5BF6-D64C-BF1725FE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4BE88-94C9-818F-CC78-784ADEB0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1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BA35-8506-0829-0526-8A732B89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03A86-6202-7CA5-F173-F71EDC32724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1C842-40BD-3680-8776-CA9485C68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5FCFA-97DE-A785-68DD-B412A504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45481-0C35-89C3-4C2D-EA53FC4A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F6528-B182-794A-62A6-759AE1EC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66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580E-573D-5F40-10AF-E334BBDE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8B775-FBFF-DD65-3E7E-04263B5DE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0257E-9837-1678-9896-1962DA61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20407-EB30-3EA7-DBDD-7C60377F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02300-8D25-623B-AF77-F182FDE4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67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2FFE79-075C-229E-564C-4E2E844C9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10CFC-12CD-A288-CCD9-D25CC0D5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5408C-1D44-23A3-50D7-DE2639D6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1235-9D82-6F1E-6E38-6F3EF78F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596A3-E31E-A63C-21A7-CD5E9B73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6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DC5AF-23B0-8427-ABCF-4293729E3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E86CE-E433-B263-9091-663BD8AF4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FA7C0-418D-E72E-BA34-1F11A9EDC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B0F08-B564-0849-896D-58E72E2786A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53846-A548-18C2-B512-459B61477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FAF81-FDA4-E9C4-08AD-7B72D6436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02E20-01D0-6F4A-935F-3C70A826E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7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xhere.com/pt/photo/78413" TargetMode="External"/><Relationship Id="rId13" Type="http://schemas.openxmlformats.org/officeDocument/2006/relationships/hyperlink" Target="https://pxhere.com/en/photo/1392861" TargetMode="External"/><Relationship Id="rId3" Type="http://schemas.openxmlformats.org/officeDocument/2006/relationships/image" Target="../media/image4.jpg"/><Relationship Id="rId7" Type="http://schemas.openxmlformats.org/officeDocument/2006/relationships/image" Target="../media/image6.jpg"/><Relationship Id="rId12" Type="http://schemas.openxmlformats.org/officeDocument/2006/relationships/image" Target="../media/image8.jpg!d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allpaperflare.com/doberman-dog-dogs-pinscher-wallpaper-upkhy" TargetMode="External"/><Relationship Id="rId11" Type="http://schemas.openxmlformats.org/officeDocument/2006/relationships/hyperlink" Target="https://pxhere.com/es/photo/1107506" TargetMode="External"/><Relationship Id="rId5" Type="http://schemas.openxmlformats.org/officeDocument/2006/relationships/image" Target="../media/image5.jpg"/><Relationship Id="rId10" Type="http://schemas.openxmlformats.org/officeDocument/2006/relationships/image" Target="../media/image7.jpg"/><Relationship Id="rId4" Type="http://schemas.openxmlformats.org/officeDocument/2006/relationships/hyperlink" Target="https://www.wallpaperflare.com/fawn-and-white-english-bulldog-pupy-grass-muzzle-canine-mammal-wallpaper-tisz" TargetMode="Externa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support@example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C7661-5CAE-3A87-8BE6-0D47E3ED5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121" y="310343"/>
            <a:ext cx="7985759" cy="868823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Wanted Bounty’s for missing dogs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12D39-542B-E5AC-0EFA-8491CC1A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1263807"/>
            <a:ext cx="6960524" cy="598516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7DBC0A-2309-8A3B-E694-4913030E7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905"/>
            <a:ext cx="3501483" cy="4949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8E434-5B18-793F-BA00-53AFA9BB1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527" y="1946595"/>
            <a:ext cx="6917473" cy="4911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F16516-E03F-4117-792B-DCCEA81A3114}"/>
              </a:ext>
            </a:extLst>
          </p:cNvPr>
          <p:cNvSpPr txBox="1"/>
          <p:nvPr/>
        </p:nvSpPr>
        <p:spPr>
          <a:xfrm>
            <a:off x="3501483" y="2644170"/>
            <a:ext cx="20372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ORG Mission </a:t>
            </a:r>
          </a:p>
          <a:p>
            <a:r>
              <a:rPr lang="en-US" sz="2400" b="1" dirty="0"/>
              <a:t>Beginning</a:t>
            </a:r>
          </a:p>
          <a:p>
            <a:r>
              <a:rPr lang="en-US" sz="2400" b="1" dirty="0"/>
              <a:t>Problem </a:t>
            </a:r>
          </a:p>
          <a:p>
            <a:r>
              <a:rPr lang="en-US" sz="2400" b="1" dirty="0"/>
              <a:t>Ending</a:t>
            </a:r>
          </a:p>
        </p:txBody>
      </p:sp>
    </p:spTree>
    <p:extLst>
      <p:ext uri="{BB962C8B-B14F-4D97-AF65-F5344CB8AC3E}">
        <p14:creationId xmlns:p14="http://schemas.microsoft.com/office/powerpoint/2010/main" val="306595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CA54-EF2A-A268-49F7-D07A03924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7457"/>
            <a:ext cx="10515600" cy="1325563"/>
          </a:xfrm>
        </p:spPr>
        <p:txBody>
          <a:bodyPr/>
          <a:lstStyle/>
          <a:p>
            <a:r>
              <a:rPr lang="en-US" b="1" dirty="0"/>
              <a:t>List of Bounty’s wanted for stealing dogs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8CE7D6B-C3D0-2DEF-6739-FEBF9D294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9352" y="767475"/>
            <a:ext cx="2169521" cy="2892696"/>
          </a:xfrm>
          <a:prstGeom prst="rect">
            <a:avLst/>
          </a:prstGeom>
        </p:spPr>
      </p:pic>
      <p:pic>
        <p:nvPicPr>
          <p:cNvPr id="11" name="Picture 10" descr="HD wallpaper: fawn and white English bulldog pupy, grass, muzzle, pets, animal | Wallpaper Flare">
            <a:extLst>
              <a:ext uri="{FF2B5EF4-FFF2-40B4-BE49-F238E27FC236}">
                <a16:creationId xmlns:a16="http://schemas.microsoft.com/office/drawing/2014/main" id="{D645DF29-B02D-C465-DD94-B2E473E67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260659"/>
            <a:ext cx="2979010" cy="1988734"/>
          </a:xfrm>
          <a:prstGeom prst="rect">
            <a:avLst/>
          </a:prstGeom>
        </p:spPr>
      </p:pic>
      <p:pic>
        <p:nvPicPr>
          <p:cNvPr id="13" name="Picture 12" descr="HD wallpaper: doberman, dog, dogs, pinscher | Wallpaper Flare">
            <a:extLst>
              <a:ext uri="{FF2B5EF4-FFF2-40B4-BE49-F238E27FC236}">
                <a16:creationId xmlns:a16="http://schemas.microsoft.com/office/drawing/2014/main" id="{57AF0F98-6484-2FDA-4F27-780C01129A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727943" y="3586919"/>
            <a:ext cx="1666866" cy="2535101"/>
          </a:xfrm>
          <a:prstGeom prst="rect">
            <a:avLst/>
          </a:prstGeom>
        </p:spPr>
      </p:pic>
      <p:pic>
        <p:nvPicPr>
          <p:cNvPr id="15" name="Picture 14" descr="Banco de imagens : cachorro, vertebrado, Raça cão, Trenó, Husky siberiano, Malamute do Alasca ...">
            <a:extLst>
              <a:ext uri="{FF2B5EF4-FFF2-40B4-BE49-F238E27FC236}">
                <a16:creationId xmlns:a16="http://schemas.microsoft.com/office/drawing/2014/main" id="{47955D9C-AEF4-7A6D-481E-50E14F008E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222833" y="826968"/>
            <a:ext cx="2716322" cy="22246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ED9D2C-4115-E4FC-4827-C60EF93982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534" y="935366"/>
            <a:ext cx="4683512" cy="3325293"/>
          </a:xfrm>
          <a:prstGeom prst="rect">
            <a:avLst/>
          </a:prstGeom>
        </p:spPr>
      </p:pic>
      <p:pic>
        <p:nvPicPr>
          <p:cNvPr id="18" name="Picture 17" descr="Fotos gratis : perrito, perro, animal, linda, mascota, otoño, Yorkie, vertebrado, raza canina ...">
            <a:extLst>
              <a:ext uri="{FF2B5EF4-FFF2-40B4-BE49-F238E27FC236}">
                <a16:creationId xmlns:a16="http://schemas.microsoft.com/office/drawing/2014/main" id="{01CBC40A-2541-4930-7516-50D8B88808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4674198" y="956379"/>
            <a:ext cx="1753096" cy="2630540"/>
          </a:xfrm>
          <a:prstGeom prst="rect">
            <a:avLst/>
          </a:prstGeom>
        </p:spPr>
      </p:pic>
      <p:pic>
        <p:nvPicPr>
          <p:cNvPr id="20" name="Picture 19" descr="Free Images : puppy, animal, vertebrate, dog breed, petit, maltese, bichon frise, miniature ...">
            <a:extLst>
              <a:ext uri="{FF2B5EF4-FFF2-40B4-BE49-F238E27FC236}">
                <a16:creationId xmlns:a16="http://schemas.microsoft.com/office/drawing/2014/main" id="{E1F5B3AE-DC5A-902F-7971-DA3243F872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2972213" y="4260659"/>
            <a:ext cx="3047288" cy="20315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4A5349-3298-9791-12A8-5653C76237AD}"/>
              </a:ext>
            </a:extLst>
          </p:cNvPr>
          <p:cNvSpPr txBox="1"/>
          <p:nvPr/>
        </p:nvSpPr>
        <p:spPr>
          <a:xfrm>
            <a:off x="0" y="6249393"/>
            <a:ext cx="3088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Bob Rottweiler 2 years old </a:t>
            </a:r>
          </a:p>
          <a:p>
            <a:r>
              <a:rPr lang="en-US" b="1" dirty="0"/>
              <a:t>Reward $1000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4B6E38-1DB6-3CF6-4980-28B49B615AB9}"/>
              </a:ext>
            </a:extLst>
          </p:cNvPr>
          <p:cNvSpPr txBox="1"/>
          <p:nvPr/>
        </p:nvSpPr>
        <p:spPr>
          <a:xfrm>
            <a:off x="2920969" y="6303335"/>
            <a:ext cx="2896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Mikey Maltese 1 years old </a:t>
            </a:r>
          </a:p>
          <a:p>
            <a:r>
              <a:rPr lang="en-US" b="1" dirty="0"/>
              <a:t>Reward $2000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13718-F9BF-7668-25FD-F23932E7BAEA}"/>
              </a:ext>
            </a:extLst>
          </p:cNvPr>
          <p:cNvSpPr txBox="1"/>
          <p:nvPr/>
        </p:nvSpPr>
        <p:spPr>
          <a:xfrm>
            <a:off x="4588689" y="3586919"/>
            <a:ext cx="21421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 Yorkie 3 years </a:t>
            </a:r>
          </a:p>
          <a:p>
            <a:r>
              <a:rPr lang="en-US" b="1" dirty="0"/>
              <a:t>Old Reward $2,500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23144-56BC-6727-3C7B-8E9209FA21A8}"/>
              </a:ext>
            </a:extLst>
          </p:cNvPr>
          <p:cNvSpPr txBox="1"/>
          <p:nvPr/>
        </p:nvSpPr>
        <p:spPr>
          <a:xfrm>
            <a:off x="6597692" y="3668077"/>
            <a:ext cx="2875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Charlie German Shepard</a:t>
            </a:r>
          </a:p>
          <a:p>
            <a:r>
              <a:rPr lang="en-US" b="1" dirty="0"/>
              <a:t>4 years old Reward $3,000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6A25C8-E95A-3804-405D-F828DC1A65D9}"/>
              </a:ext>
            </a:extLst>
          </p:cNvPr>
          <p:cNvSpPr txBox="1"/>
          <p:nvPr/>
        </p:nvSpPr>
        <p:spPr>
          <a:xfrm>
            <a:off x="9179415" y="2995718"/>
            <a:ext cx="2650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Duke Husky 2 years old </a:t>
            </a:r>
          </a:p>
          <a:p>
            <a:r>
              <a:rPr lang="en-US" b="1" dirty="0"/>
              <a:t>Reward $3,500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F56DD1-75EE-9B85-72D9-4F7197A2CBF4}"/>
              </a:ext>
            </a:extLst>
          </p:cNvPr>
          <p:cNvSpPr txBox="1"/>
          <p:nvPr/>
        </p:nvSpPr>
        <p:spPr>
          <a:xfrm>
            <a:off x="9473095" y="6122020"/>
            <a:ext cx="2578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Milo Doberman 3 years</a:t>
            </a:r>
          </a:p>
          <a:p>
            <a:r>
              <a:rPr lang="en-US" b="1" dirty="0"/>
              <a:t>Reward $3000</a:t>
            </a:r>
          </a:p>
        </p:txBody>
      </p:sp>
    </p:spTree>
    <p:extLst>
      <p:ext uri="{BB962C8B-B14F-4D97-AF65-F5344CB8AC3E}">
        <p14:creationId xmlns:p14="http://schemas.microsoft.com/office/powerpoint/2010/main" val="68662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31D8-A038-9C19-3F96-A5B859D3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Dog owners and HR 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A15B8-704A-FB6A-C7CF-F867DF593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Missing Dog owners contact information</a:t>
            </a:r>
          </a:p>
          <a:p>
            <a:r>
              <a:rPr lang="en-US" b="1" dirty="0"/>
              <a:t>Jose Gonzales for Bob Rotteweiler 777-890-9987</a:t>
            </a:r>
          </a:p>
          <a:p>
            <a:r>
              <a:rPr lang="en-US" b="1" dirty="0"/>
              <a:t>Charles Mendes for Mikey Maltese 654-321-7364</a:t>
            </a:r>
          </a:p>
          <a:p>
            <a:r>
              <a:rPr lang="en-US" b="1" dirty="0"/>
              <a:t>Raymond Sanchez for Max Yorkie 876-998-6732</a:t>
            </a:r>
          </a:p>
          <a:p>
            <a:r>
              <a:rPr lang="en-US" b="1" dirty="0"/>
              <a:t>Michael Chavez for Charlie German Shepard 623-443-7483</a:t>
            </a:r>
          </a:p>
          <a:p>
            <a:r>
              <a:rPr lang="en-US" b="1" dirty="0"/>
              <a:t>Steven Hernandez for Duke Husky 464-646-8346</a:t>
            </a:r>
          </a:p>
          <a:p>
            <a:r>
              <a:rPr lang="en-US" b="1" dirty="0"/>
              <a:t>Henry Dom for Milo Doberman 736-733-8732</a:t>
            </a:r>
          </a:p>
          <a:p>
            <a:r>
              <a:rPr lang="en-US" b="1" dirty="0"/>
              <a:t>HR contact information</a:t>
            </a:r>
          </a:p>
          <a:p>
            <a:r>
              <a:rPr lang="en-US" b="1" dirty="0"/>
              <a:t>Leah Aluni 555-663-8888</a:t>
            </a:r>
          </a:p>
          <a:p>
            <a:r>
              <a:rPr lang="en-US" b="1" dirty="0"/>
              <a:t>Monday-Friday 9:00AM-5:00PM</a:t>
            </a:r>
          </a:p>
          <a:p>
            <a:r>
              <a:rPr lang="en-US" b="1" dirty="0">
                <a:hlinkClick r:id="rId2"/>
              </a:rPr>
              <a:t>support@example.com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7170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6e17ab0-d9c7-43e4-b85d-f29d7eca34a3}" enabled="1" method="Standard" siteId="{f6bb5689-1cd5-404a-b451-f35991b30e0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127</Words>
  <Application>Microsoft Macintosh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Avenir Next LT Pro</vt:lpstr>
      <vt:lpstr>Calibri</vt:lpstr>
      <vt:lpstr>Office Theme</vt:lpstr>
      <vt:lpstr>Wanted Bounty’s for missing dogs</vt:lpstr>
      <vt:lpstr>List of Bounty’s wanted for stealing dogs</vt:lpstr>
      <vt:lpstr>Dog owners and HR contact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Arbache, George M.</dc:creator>
  <cp:lastModifiedBy>Arbache, George M.</cp:lastModifiedBy>
  <cp:revision>1</cp:revision>
  <dcterms:created xsi:type="dcterms:W3CDTF">2026-10-08T01:39:40Z</dcterms:created>
  <dcterms:modified xsi:type="dcterms:W3CDTF">2026-10-08T02:18:25Z</dcterms:modified>
</cp:coreProperties>
</file>